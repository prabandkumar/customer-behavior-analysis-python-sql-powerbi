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1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150A7-FF2A-BC39-323F-286C823BA25E}"/>
              </a:ext>
            </a:extLst>
          </p:cNvPr>
          <p:cNvSpPr/>
          <p:nvPr/>
        </p:nvSpPr>
        <p:spPr>
          <a:xfrm>
            <a:off x="12852972" y="7767264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22BAD0-4949-C131-2945-8AE8D7158318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1DE2F2-35BC-FCB3-0A3F-30E7B856B2C2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EA1B5F-B317-27B5-3578-2B1A8DE80D4D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6CCBA-1D60-B5D6-E09D-5CD76DA2BB3C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FC1010-B096-BA49-8ED0-EB91086BE5DC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D4ECF-B972-4E4D-E8E0-87F7701D6FBD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DDDCC5-4C9D-6BA6-FF42-883DF8E3209B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AB348C-A2D3-170C-C270-B1FC5D9AB295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0D072E-6B5D-31A3-513E-BD019A4A1F4A}"/>
              </a:ext>
            </a:extLst>
          </p:cNvPr>
          <p:cNvSpPr/>
          <p:nvPr/>
        </p:nvSpPr>
        <p:spPr>
          <a:xfrm>
            <a:off x="12852971" y="7767263"/>
            <a:ext cx="1664413" cy="3629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DM Sans</vt:lpstr>
      <vt:lpstr>Libre Baskerville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Praband kumar T</dc:creator>
  <cp:lastModifiedBy>Praband kumar T</cp:lastModifiedBy>
  <cp:revision>2</cp:revision>
  <dcterms:created xsi:type="dcterms:W3CDTF">2025-10-14T02:52:14Z</dcterms:created>
  <dcterms:modified xsi:type="dcterms:W3CDTF">2026-02-25T16:02:31Z</dcterms:modified>
</cp:coreProperties>
</file>